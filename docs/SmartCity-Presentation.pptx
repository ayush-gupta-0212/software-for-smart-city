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cloud-hosted MERN application deployed with industry-standard DevOps tools: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· Jenkins · Terraform · AWS · Prometheus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Gupta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itsayush0212@gmail.com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5989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github.com/Ayush-Gupta-0212/Software-for-Smart-City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digital platform serving citizens, tourists, and administrators.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automate, and deploy a cloud-hosted application using industry-standard DevOps and cloud tools.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 stack platform digitising city services: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citizen registration &amp; multi-role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interactive Mapbox visualisations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 ticketing with Razorpay payments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chatbot for citizen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traffic, weather, news &amp; attractions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DEVOPS PILLARS DELIVERED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377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source code management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292608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971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Jenkins-based CI/CD pipeline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352044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11480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470916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4754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on AWS (Terraform)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92240" y="53035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optimisation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MERN, containerised, orchestrated by Kubernetes, hosted on AWS.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205740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42316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Controller (path-based routing)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/api/* → smart-city-backend  ·  / → smart-city-frontend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30632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338328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E0F2FE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Framer Motion · Mapbox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Nginx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30632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338328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E0F2FE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Razorpay · OpenRouter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controllers · 10 models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22860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F0F9FF"/>
          </a:solidFill>
          <a:ln w="12700">
            <a:solidFill>
              <a:srgbClr val="0F294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&amp;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516636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166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11880" y="516636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5166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516636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5166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98280" y="516636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5166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+ DevOps tools, side by side.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7 · Tailwind · Framer Motion · Mapbox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73152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· Express · Mongoose · JWT · bcrypt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554480"/>
            <a:ext cx="73152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61488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2186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29 · Compose · Alpine multi-stage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276148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761488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2186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(Minikube, K3s on AWS)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761488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761488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58200" y="32186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1.15 · AWS Provider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6849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96849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05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4256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VPC · S3 · DynamoDB · IAM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396849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96849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105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4256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declarative pipeline · GitHub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3968496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968496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105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44256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7550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175504"/>
            <a:ext cx="73152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312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56327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· Ticketmaster · OpenRouter · Mapbox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517550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5175504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5312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17720" y="56327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runAsNonRoot · K8s Secrets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5175504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5175504"/>
            <a:ext cx="73152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5312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58200" y="56327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SSH · Conventional commits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actually does for its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with citizen / attraction-manager / admin roles. Secret-key gating for elevated roles fixes the privilege-escalation flaw found in the security audit.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Mapbox maps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attraction visualisation with React Map GL + tsparticles background.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ticketing + Razorpay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free event registration. Razorpay test integration for payments.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assistance powered by OpenRouter / Gemini. Falls back gracefully if API key missing.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2976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integration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Ticketmaster events &amp; venues merged into local catalogue. Weatherstack for weather.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0233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2976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cards, particle backgrounds, Framer Motion micro-interactions.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GitHub Source Code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 under one public repo with conventional commits.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controllers, 10 models, 11 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· Services · Ingress · CM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EC2 (K3s) + SG + S3 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CI/CD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— one-shot K8s rollout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render.yaml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PaaS deployment manifest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commit messages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branches → main via PR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.gitignore excludes secrets + node_modules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Render.yaml for PaaS fallback option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SSH key authentication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github.com/Ayush-Gupta-0212/Software-for-Smart-City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commits include: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5623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feat(devops): containerize + K8s + Jenkinsfile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feat(terraform): AWS IaC modules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feat(ticketmaster): external API integration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Jenkins CI/CD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pipeline: checkout → test → build → push → deploy → smoke test → auto-rollback.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source, compute git SHA for traceable image tags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→ npm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96596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8116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images (parallel)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743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frontend, build-args for Vite env vars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00200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Docker Hub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with both IMAGE_TAG + GIT_SHA for rollback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3931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420624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40680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K8s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9834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+ image bump + rollout status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931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420624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281160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03920" y="49834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Ingress URL → fail if non-2xx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Post-failure hook: kubectl rollout undo deployment/smart-city-backend  →  zero-downtime rollback.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Docker Containerisation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Alpine builds. Non-root containers. Verified end-to-end via docker-compose.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smart-city/backend:dev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 multi-stage · UID 1001 · 5000/tcp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08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smart-city/frontend:dev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→ nginx:1.27-alpine · /api/* proxy · 80/tcp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0916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-d --wait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956048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202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smart-city-backend  Up (healthy)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4498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smart-city-frontend Up (healthy)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6967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MongoDB connected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register + login + cart all 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5349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excludes build tools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971800"/>
            <a:ext cx="5349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044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(1001)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container-escape blast radius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749040"/>
            <a:ext cx="5349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22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secrets, tests, .git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526280"/>
            <a:ext cx="5349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599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container-level liveness probe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5303520"/>
            <a:ext cx="5349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5376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base image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 (specific tag)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· Kubernetes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images, orchestrated by a real K8s cluster. Same manifests run on Minikube + AWS K3s.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— isolated workspace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×2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(rolling updates)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×2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DNS, load balancing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→ backend  ·  / → frontend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NODE_ENV, PORT, ALLOWED_ORIGINS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8404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URI + JWT + API keys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074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readiness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470916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5074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runAsNonRoot, drop ALL caps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./scripts/deploy.sh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532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2825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Applying namespace + ConfigMap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118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Creating Secret from backend/.env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410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Applying workloads + ingress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Waiting for deployments...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995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4288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smart-city-backend   1/1 Running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45811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smart-city-frontend  2/2 Running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873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http://&lt;ingress&gt;/api/attractions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5458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11 attractions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· Cloud Hosting on AWS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AWS stack defined as Terraform code. One terraform apply provisions everything.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modules/vpc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+ 2 public subnets across AZs + IGW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modules/security-groups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(restricted) · HTTP · HTTPS · K3s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12700">
            <a:solidFill>
              <a:srgbClr val="D1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modules/ec2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· gp3 encrypted · IMDSv2 · K3s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(versioned + encrypted) + DynamoDB lock 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· team-safe · disaster recovery via S3 versioning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148840"/>
            <a:ext cx="5349240" cy="3977640"/>
          </a:xfrm>
          <a:prstGeom prst="roundRect">
            <a:avLst>
              <a:gd name="adj" fmla="val 114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286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apply -auto-approve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560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834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vpc                  created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108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subnet × 2           created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383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internet_gateway     created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657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security_group       created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931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key_pair             created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206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ec2_instance         running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754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cloud-init on EC2 ──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029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K3s installed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303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Nginx Ingress installed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5577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Smart City pods ready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 · Monitoring &amp; Optimisation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logs + alerts. The three pillars of observability.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 from pods every 15s · time-series store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over Prometheus + Loki · alerts visualisation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aggregation: pod stdout → Promtail → Loki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9720" y="2331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Prometheus alerts to email / Slack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PROMQL — golden signals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247120" cy="2286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 rate per route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sum(rate(http_request_duration_seconds_count[5m])) by (route)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Error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sum(rate(http_request_duration_seconds_count{status=~"5.."}[5m]))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p95 latency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 rate(http_request_duration_seconds_bucket[5m]))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Mgmt Platform · Ayush Gupta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suggestions, code review — all welcome.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574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components delivered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9788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10 models · 11 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7383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(Alpine multi-stage)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~245MB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backend image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9788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integrations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73836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 via ./scripts/deploy.sh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6035040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github.com/Ayush-Gupta-0212/Software-for-Smart-City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Management Platform — DevOps Major Project</dc:title>
  <dc:subject>College Major Project (DevOps)</dc:subject>
  <dc:creator>Ayush Gupta</dc:creator>
  <cp:lastModifiedBy>Ayush Gupta</cp:lastModifiedBy>
  <cp:revision>1</cp:revision>
  <dcterms:created xsi:type="dcterms:W3CDTF">2026-05-30T02:29:39Z</dcterms:created>
  <dcterms:modified xsi:type="dcterms:W3CDTF">2026-05-30T02:29:39Z</dcterms:modified>
</cp:coreProperties>
</file>